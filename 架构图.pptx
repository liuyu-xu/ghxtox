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4DBEF-C282-C540-5C5C-7B48565FD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ADA8525-2030-173F-2028-4FFB59E29F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51F800-1829-AA21-7F41-133E07EC5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51D386-9A0C-2021-0EE2-1B5EBED45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233FD9-B6FD-DAB1-FEAB-4BF61A4C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432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8E47E3-2AFD-94BD-B77C-15A9620B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DBB688-4F0F-B000-204D-850E3CAF8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280948-5D81-C157-9F2C-D0392DC6B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90F3CF-5B3C-A394-47AA-957971FA4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7A69EC-9F81-D12C-C0CE-368F6CF7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2081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CD9950-0A20-E8CE-1130-491EBB39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1CEB7C4-1323-FC25-2EF8-0494144A3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9510C8-3F55-08BE-41E8-98C55FE22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81A07-96FD-2F0F-4F3C-9AAFAFDF4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8584D2-932B-2E2F-905B-DCE11B86E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7564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1E447C-5D28-86FE-7F03-783FCFA42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953205-9EB4-62C2-01A8-FA5B04A83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FDF7532-0264-0127-37FE-E3CCF5DBF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9D424E-4496-E662-C9D9-DFB871E7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400989-ED78-2EB8-BDC3-42C0A655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AE663E-EF2A-21C7-9F8B-44959F9D2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AC97F5-17E4-6976-23B5-5EBBA11C6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B7A1BD1-0623-004D-469C-864640011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55F541-69DA-A106-B84F-6D2DD6102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BAFF6C6-A30F-C3CA-6678-03188F7FD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C12B29-B7B3-6247-E78C-A322C7340D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B148202-F03D-FEA7-EB81-11E13C94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08D3FBE-CD30-81AC-2474-1A02D8A6F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2A2C1B-0BA1-CBCD-3290-F82BACD8B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838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DBB6A-D407-4B40-A4C0-7F70C1F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BB3D0E2-F101-B3C0-D4F5-5CA916C50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E99D8CF-55E7-AC48-9794-515FE916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9EA96C2-338F-3C53-6214-B375B8A88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602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926D57-2751-D8CC-6F2A-4BE3EAC5A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0BC88C-A1E2-58AB-ADA1-0ED2C3D5C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4D5752-0673-A8DF-212E-E01735EEC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2767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B0A54B-4DA5-52A3-C502-CC1FAFB2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6DE646-6EA9-46F4-8517-9497A8C2D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74AFB9D-7A2A-3A68-9DF1-DB1E06D93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085BF4-DC93-5602-E432-47690F1E0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58C962-358D-7DF7-EC91-9117BC983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F4FE59-3E9B-EC7D-CF62-07AFC96FD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8133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B1C3DC-B494-250F-DA81-FAEDA03B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90FD6A3-B2F1-1957-08AB-7FE4CAF49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2D7FA8-3EF4-7582-70B2-A3E080A5C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A17AB4-DF8F-D90F-9FF6-857D9F0A0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08F85F-737F-A8D9-E03F-01149E75B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5807E0-FD7B-684D-3F54-8A06D2816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53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7CD65D-8243-944F-F8EC-356C2D3E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653874-4603-F24E-44C2-3DEACBD2D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90431D-E17C-D048-50FE-A17EC4896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2DF8A9-1FF3-07B8-1810-38DF78676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9D491-01F3-500D-62B5-5BAB1D579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001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37C9BA-4BB6-5974-8D07-AEB398A81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EA44F7-FDE6-F933-99AF-543B77EB9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2A93CC-4814-152A-AA55-29BEDDCCE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DD5755-4746-CEF5-A275-9CFE41AD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BB3DE9-B6AC-2DF0-E2C3-75D40B6D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725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DE9833-5E49-C2B8-B663-EBA6C478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A5B3D8-E576-0E57-5AD6-A0E3D44CD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45684D-194A-C67D-5DE4-C968FEE71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62C4D-D056-4B4F-8CEF-42E495CFF63F}" type="datetimeFigureOut">
              <a:rPr lang="zh-CN" altLang="en-US" smtClean="0"/>
              <a:t>2026/8/8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A1781D1-9A72-0E82-C349-A9C03394E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82B81B-519B-AEDD-C9A7-86F17A6014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30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AD4258D-63BF-3002-BF79-35285CE47D3B}"/>
              </a:ext>
            </a:extLst>
          </p:cNvPr>
          <p:cNvSpPr/>
          <p:nvPr/>
        </p:nvSpPr>
        <p:spPr>
          <a:xfrm>
            <a:off x="847135" y="2430266"/>
            <a:ext cx="480108" cy="198748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D5E6F1DC-65BE-9917-E2B1-75706AC5B587}"/>
              </a:ext>
            </a:extLst>
          </p:cNvPr>
          <p:cNvSpPr/>
          <p:nvPr/>
        </p:nvSpPr>
        <p:spPr>
          <a:xfrm>
            <a:off x="5828124" y="1616422"/>
            <a:ext cx="1295187" cy="15777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pLDDT</a:t>
            </a:r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-aware Multi-scale information extraction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1032" name="Picture 8" descr="Neuropeptide Art - Fine Art America">
            <a:extLst>
              <a:ext uri="{FF2B5EF4-FFF2-40B4-BE49-F238E27FC236}">
                <a16:creationId xmlns:a16="http://schemas.microsoft.com/office/drawing/2014/main" id="{51E64DCF-7CFC-2027-4BE6-39A821AEEF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3803" y="2003627"/>
            <a:ext cx="2180692" cy="167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90F7AF5-ADBB-F662-A2D0-7A5420272928}"/>
              </a:ext>
            </a:extLst>
          </p:cNvPr>
          <p:cNvSpPr/>
          <p:nvPr/>
        </p:nvSpPr>
        <p:spPr>
          <a:xfrm>
            <a:off x="2179988" y="1963542"/>
            <a:ext cx="1093470" cy="73425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0986EB8-5BFC-7797-D562-3CC843E030A7}"/>
              </a:ext>
            </a:extLst>
          </p:cNvPr>
          <p:cNvSpPr/>
          <p:nvPr/>
        </p:nvSpPr>
        <p:spPr>
          <a:xfrm>
            <a:off x="976480" y="2574670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5BBBBD8-8E35-B41A-6DFD-0EAE769DA678}"/>
              </a:ext>
            </a:extLst>
          </p:cNvPr>
          <p:cNvSpPr/>
          <p:nvPr/>
        </p:nvSpPr>
        <p:spPr>
          <a:xfrm>
            <a:off x="976480" y="2781754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6E2EE49-E41E-4B6D-471A-17983E379636}"/>
              </a:ext>
            </a:extLst>
          </p:cNvPr>
          <p:cNvSpPr/>
          <p:nvPr/>
        </p:nvSpPr>
        <p:spPr>
          <a:xfrm>
            <a:off x="976482" y="2991592"/>
            <a:ext cx="202976" cy="21081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672CD86-7164-E327-4218-E8E7694C8361}"/>
              </a:ext>
            </a:extLst>
          </p:cNvPr>
          <p:cNvSpPr txBox="1"/>
          <p:nvPr/>
        </p:nvSpPr>
        <p:spPr>
          <a:xfrm>
            <a:off x="847135" y="3224262"/>
            <a:ext cx="461665" cy="8281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dirty="0"/>
              <a:t>······</a:t>
            </a:r>
            <a:endParaRPr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D98C543-CACC-6989-B9A4-F180388ADDC2}"/>
              </a:ext>
            </a:extLst>
          </p:cNvPr>
          <p:cNvSpPr/>
          <p:nvPr/>
        </p:nvSpPr>
        <p:spPr>
          <a:xfrm>
            <a:off x="976482" y="3629326"/>
            <a:ext cx="202976" cy="21081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962F43D-56C3-D2EA-5138-C6C4367D00B9}"/>
              </a:ext>
            </a:extLst>
          </p:cNvPr>
          <p:cNvSpPr/>
          <p:nvPr/>
        </p:nvSpPr>
        <p:spPr>
          <a:xfrm>
            <a:off x="976480" y="3845440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269B6E62-57D7-7535-0173-DC44398F819D}"/>
              </a:ext>
            </a:extLst>
          </p:cNvPr>
          <p:cNvSpPr/>
          <p:nvPr/>
        </p:nvSpPr>
        <p:spPr>
          <a:xfrm>
            <a:off x="976480" y="4056250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BFD0ADD-71FA-CBFA-FC88-E73E7D85AC15}"/>
              </a:ext>
            </a:extLst>
          </p:cNvPr>
          <p:cNvSpPr txBox="1"/>
          <p:nvPr/>
        </p:nvSpPr>
        <p:spPr>
          <a:xfrm>
            <a:off x="747453" y="4369651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华文隶书" panose="02010800040101010101" pitchFamily="2" charset="-122"/>
                <a:ea typeface="华文隶书" panose="02010800040101010101" pitchFamily="2" charset="-122"/>
              </a:rPr>
              <a:t>sequence</a:t>
            </a:r>
            <a:endParaRPr lang="zh-CN" altLang="en-US" sz="14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02472380-EF01-D659-62B7-A2E65B41FD66}"/>
              </a:ext>
            </a:extLst>
          </p:cNvPr>
          <p:cNvCxnSpPr>
            <a:cxnSpLocks/>
          </p:cNvCxnSpPr>
          <p:nvPr/>
        </p:nvCxnSpPr>
        <p:spPr>
          <a:xfrm>
            <a:off x="1402868" y="2610218"/>
            <a:ext cx="5833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9856EDB-A5F4-0DA9-4E11-1CB4E4A2DDAE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1426925" y="4305493"/>
            <a:ext cx="389540" cy="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DD4979E-C4AD-0E0B-C520-F65D28975DBA}"/>
              </a:ext>
            </a:extLst>
          </p:cNvPr>
          <p:cNvSpPr/>
          <p:nvPr/>
        </p:nvSpPr>
        <p:spPr>
          <a:xfrm>
            <a:off x="2076992" y="2099218"/>
            <a:ext cx="1093470" cy="73425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F0F1A37-EFF8-52F1-01E0-5DDC6AF1FE45}"/>
              </a:ext>
            </a:extLst>
          </p:cNvPr>
          <p:cNvSpPr/>
          <p:nvPr/>
        </p:nvSpPr>
        <p:spPr>
          <a:xfrm>
            <a:off x="2004798" y="2264413"/>
            <a:ext cx="1093470" cy="73425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Structure model</a:t>
            </a:r>
            <a:endParaRPr lang="zh-CN" altLang="en-US" sz="16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9470A5BF-4615-0CA0-92CA-BC22A228B7EE}"/>
              </a:ext>
            </a:extLst>
          </p:cNvPr>
          <p:cNvCxnSpPr>
            <a:cxnSpLocks/>
          </p:cNvCxnSpPr>
          <p:nvPr/>
        </p:nvCxnSpPr>
        <p:spPr>
          <a:xfrm>
            <a:off x="3127882" y="2645337"/>
            <a:ext cx="626913" cy="5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14B8A38-4F06-1609-0CE7-59ADA9595C44}"/>
              </a:ext>
            </a:extLst>
          </p:cNvPr>
          <p:cNvCxnSpPr>
            <a:cxnSpLocks/>
          </p:cNvCxnSpPr>
          <p:nvPr/>
        </p:nvCxnSpPr>
        <p:spPr>
          <a:xfrm>
            <a:off x="3205817" y="2487960"/>
            <a:ext cx="631474" cy="16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1EBCD5F8-CBD6-B024-04EB-77C7D0FEA77D}"/>
              </a:ext>
            </a:extLst>
          </p:cNvPr>
          <p:cNvCxnSpPr>
            <a:cxnSpLocks/>
          </p:cNvCxnSpPr>
          <p:nvPr/>
        </p:nvCxnSpPr>
        <p:spPr>
          <a:xfrm>
            <a:off x="3270125" y="2364579"/>
            <a:ext cx="6795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649D6BE-5B06-8BE1-638B-59E7C71CA857}"/>
              </a:ext>
            </a:extLst>
          </p:cNvPr>
          <p:cNvSpPr/>
          <p:nvPr/>
        </p:nvSpPr>
        <p:spPr>
          <a:xfrm>
            <a:off x="1816465" y="4054189"/>
            <a:ext cx="1270674" cy="50321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ProT5+LoRA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7D60F9-52C3-6DC2-5F64-FD046F5AC435}"/>
              </a:ext>
            </a:extLst>
          </p:cNvPr>
          <p:cNvCxnSpPr>
            <a:cxnSpLocks/>
            <a:stCxn id="39" idx="3"/>
            <a:endCxn id="43" idx="1"/>
          </p:cNvCxnSpPr>
          <p:nvPr/>
        </p:nvCxnSpPr>
        <p:spPr>
          <a:xfrm>
            <a:off x="3087139" y="4305795"/>
            <a:ext cx="5838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C8CE9B7-ACC1-EA02-5A65-CC03AD585B40}"/>
              </a:ext>
            </a:extLst>
          </p:cNvPr>
          <p:cNvSpPr/>
          <p:nvPr/>
        </p:nvSpPr>
        <p:spPr>
          <a:xfrm>
            <a:off x="3671019" y="3988701"/>
            <a:ext cx="1822426" cy="634188"/>
          </a:xfrm>
          <a:prstGeom prst="roundRect">
            <a:avLst/>
          </a:prstGeom>
          <a:solidFill>
            <a:schemeClr val="bg1">
              <a:lumMod val="9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Bidirectional</a:t>
            </a:r>
            <a:r>
              <a:rPr lang="en-US" altLang="zh-CN" sz="1600" dirty="0"/>
              <a:t> </a:t>
            </a:r>
            <a:r>
              <a:rPr lang="en-US" altLang="zh-CN" sz="14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Manba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8B24FC6E-A239-338E-A0E6-4F1A47949097}"/>
              </a:ext>
            </a:extLst>
          </p:cNvPr>
          <p:cNvSpPr/>
          <p:nvPr/>
        </p:nvSpPr>
        <p:spPr>
          <a:xfrm>
            <a:off x="4063182" y="2174133"/>
            <a:ext cx="144178" cy="144178"/>
          </a:xfrm>
          <a:prstGeom prst="ellipse">
            <a:avLst/>
          </a:prstGeom>
          <a:solidFill>
            <a:schemeClr val="bg2">
              <a:alpha val="20000"/>
            </a:schemeClr>
          </a:solidFill>
          <a:ln w="63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548235D0-E99F-6AA8-B815-37284D691579}"/>
              </a:ext>
            </a:extLst>
          </p:cNvPr>
          <p:cNvSpPr/>
          <p:nvPr/>
        </p:nvSpPr>
        <p:spPr>
          <a:xfrm>
            <a:off x="4456514" y="2504832"/>
            <a:ext cx="251437" cy="251437"/>
          </a:xfrm>
          <a:prstGeom prst="ellipse">
            <a:avLst/>
          </a:prstGeom>
          <a:solidFill>
            <a:schemeClr val="bg2">
              <a:alpha val="20000"/>
            </a:schemeClr>
          </a:solidFill>
          <a:ln w="63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813AF74-0FDF-6E1B-A895-7FD9104933DD}"/>
              </a:ext>
            </a:extLst>
          </p:cNvPr>
          <p:cNvSpPr/>
          <p:nvPr/>
        </p:nvSpPr>
        <p:spPr>
          <a:xfrm>
            <a:off x="4751164" y="2184615"/>
            <a:ext cx="611580" cy="611580"/>
          </a:xfrm>
          <a:prstGeom prst="ellipse">
            <a:avLst/>
          </a:prstGeom>
          <a:solidFill>
            <a:schemeClr val="bg2">
              <a:alpha val="20000"/>
            </a:schemeClr>
          </a:solidFill>
          <a:ln w="63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05AE698-35D2-B791-F1C7-842C2B196277}"/>
              </a:ext>
            </a:extLst>
          </p:cNvPr>
          <p:cNvCxnSpPr>
            <a:cxnSpLocks/>
          </p:cNvCxnSpPr>
          <p:nvPr/>
        </p:nvCxnSpPr>
        <p:spPr>
          <a:xfrm flipV="1">
            <a:off x="4158717" y="2208356"/>
            <a:ext cx="1472463" cy="20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71703C14-ECF0-FB74-B8E9-9647E29F3B97}"/>
              </a:ext>
            </a:extLst>
          </p:cNvPr>
          <p:cNvCxnSpPr>
            <a:cxnSpLocks/>
          </p:cNvCxnSpPr>
          <p:nvPr/>
        </p:nvCxnSpPr>
        <p:spPr>
          <a:xfrm>
            <a:off x="4648168" y="2656580"/>
            <a:ext cx="950932" cy="1208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F05E15E-4446-5820-C211-FAE532379C44}"/>
              </a:ext>
            </a:extLst>
          </p:cNvPr>
          <p:cNvCxnSpPr>
            <a:cxnSpLocks/>
          </p:cNvCxnSpPr>
          <p:nvPr/>
        </p:nvCxnSpPr>
        <p:spPr>
          <a:xfrm>
            <a:off x="5339304" y="2461923"/>
            <a:ext cx="326990" cy="30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矩形: 圆角 1044">
            <a:extLst>
              <a:ext uri="{FF2B5EF4-FFF2-40B4-BE49-F238E27FC236}">
                <a16:creationId xmlns:a16="http://schemas.microsoft.com/office/drawing/2014/main" id="{8007C767-D89B-5BAE-E92B-CFADF013BA86}"/>
              </a:ext>
            </a:extLst>
          </p:cNvPr>
          <p:cNvSpPr/>
          <p:nvPr/>
        </p:nvSpPr>
        <p:spPr>
          <a:xfrm>
            <a:off x="7687673" y="2765045"/>
            <a:ext cx="1558290" cy="85825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Probability fusion</a:t>
            </a:r>
          </a:p>
        </p:txBody>
      </p:sp>
      <p:cxnSp>
        <p:nvCxnSpPr>
          <p:cNvPr id="1048" name="连接符: 肘形 1047">
            <a:extLst>
              <a:ext uri="{FF2B5EF4-FFF2-40B4-BE49-F238E27FC236}">
                <a16:creationId xmlns:a16="http://schemas.microsoft.com/office/drawing/2014/main" id="{E2957550-6453-5FAF-C095-BC5D0C369374}"/>
              </a:ext>
            </a:extLst>
          </p:cNvPr>
          <p:cNvCxnSpPr>
            <a:cxnSpLocks/>
            <a:stCxn id="58" idx="3"/>
            <a:endCxn id="1045" idx="0"/>
          </p:cNvCxnSpPr>
          <p:nvPr/>
        </p:nvCxnSpPr>
        <p:spPr>
          <a:xfrm>
            <a:off x="7123311" y="2405297"/>
            <a:ext cx="1343507" cy="3597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箭头: 右 1076">
            <a:extLst>
              <a:ext uri="{FF2B5EF4-FFF2-40B4-BE49-F238E27FC236}">
                <a16:creationId xmlns:a16="http://schemas.microsoft.com/office/drawing/2014/main" id="{AD25ADFB-0A09-1044-2B9F-A618DC97F13A}"/>
              </a:ext>
            </a:extLst>
          </p:cNvPr>
          <p:cNvSpPr/>
          <p:nvPr/>
        </p:nvSpPr>
        <p:spPr>
          <a:xfrm>
            <a:off x="9352409" y="3095096"/>
            <a:ext cx="365760" cy="1253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8" name="矩形: 圆角 1077">
            <a:extLst>
              <a:ext uri="{FF2B5EF4-FFF2-40B4-BE49-F238E27FC236}">
                <a16:creationId xmlns:a16="http://schemas.microsoft.com/office/drawing/2014/main" id="{022E3DED-A6C3-2050-DABD-851EDCF2BD92}"/>
              </a:ext>
            </a:extLst>
          </p:cNvPr>
          <p:cNvSpPr/>
          <p:nvPr/>
        </p:nvSpPr>
        <p:spPr>
          <a:xfrm>
            <a:off x="9824615" y="2430266"/>
            <a:ext cx="966285" cy="145497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Peptide toxicity prediction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4C861B6-4351-8E8B-E048-1618ED1148BE}"/>
              </a:ext>
            </a:extLst>
          </p:cNvPr>
          <p:cNvSpPr/>
          <p:nvPr/>
        </p:nvSpPr>
        <p:spPr>
          <a:xfrm>
            <a:off x="5837579" y="4053585"/>
            <a:ext cx="1721956" cy="50381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3-seed ensemble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DBD74BC5-0C34-C54D-9B99-DE54BA962F62}"/>
              </a:ext>
            </a:extLst>
          </p:cNvPr>
          <p:cNvCxnSpPr>
            <a:stCxn id="43" idx="3"/>
            <a:endCxn id="28" idx="1"/>
          </p:cNvCxnSpPr>
          <p:nvPr/>
        </p:nvCxnSpPr>
        <p:spPr>
          <a:xfrm flipV="1">
            <a:off x="5493445" y="4305493"/>
            <a:ext cx="344134" cy="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F3C42501-4A54-1700-2345-A399F8869563}"/>
              </a:ext>
            </a:extLst>
          </p:cNvPr>
          <p:cNvCxnSpPr>
            <a:stCxn id="28" idx="3"/>
            <a:endCxn id="1045" idx="2"/>
          </p:cNvCxnSpPr>
          <p:nvPr/>
        </p:nvCxnSpPr>
        <p:spPr>
          <a:xfrm flipV="1">
            <a:off x="7559535" y="3623298"/>
            <a:ext cx="907283" cy="6821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712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26</Words>
  <Application>Microsoft Office PowerPoint</Application>
  <PresentationFormat>宽屏</PresentationFormat>
  <Paragraphs>15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华文隶书</vt:lpstr>
      <vt:lpstr>Arial</vt:lpstr>
      <vt:lpstr>Cambria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刘雨 许</dc:creator>
  <cp:lastModifiedBy>刘雨 许</cp:lastModifiedBy>
  <cp:revision>4</cp:revision>
  <dcterms:created xsi:type="dcterms:W3CDTF">2026-08-06T14:48:40Z</dcterms:created>
  <dcterms:modified xsi:type="dcterms:W3CDTF">2026-08-08T02:52:03Z</dcterms:modified>
</cp:coreProperties>
</file>